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media/image3.png" ContentType="image/png"/>
  <Override PartName="/ppt/media/image2.png" ContentType="image/png"/>
  <Override PartName="/ppt/media/image28.png" ContentType="image/png"/>
  <Override PartName="/ppt/media/image22.png" ContentType="image/png"/>
  <Override PartName="/ppt/media/image1.jpeg" ContentType="image/jpe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  <Override PartName="/ppt/media/image9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1.jpeg" ContentType="image/jpeg"/>
  <Override PartName="/ppt/media/image20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6" descr=""/>
          <p:cNvPicPr/>
          <p:nvPr/>
        </p:nvPicPr>
        <p:blipFill>
          <a:blip r:embed="rId2"/>
          <a:srcRect l="0" t="1545" r="0" b="-1545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417760" y="802440"/>
            <a:ext cx="863676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6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单击此处编辑母版标题样式</a:t>
            </a:r>
            <a:endParaRPr b="0" lang="en-US" sz="6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2416680" y="329400"/>
            <a:ext cx="497340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14378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9" name="Straight Connector 14"/>
          <p:cNvCxnSpPr/>
          <p:nvPr/>
        </p:nvCxnSpPr>
        <p:spPr>
          <a:xfrm>
            <a:off x="2417760" y="3528360"/>
            <a:ext cx="8637120" cy="36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标题和竖排文字"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Picture 6" descr=""/>
          <p:cNvPicPr/>
          <p:nvPr/>
        </p:nvPicPr>
        <p:blipFill>
          <a:blip r:embed="rId2"/>
          <a:srcRect l="0" t="1545" r="0" b="-1545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单击此处编辑母版文本样式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二级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三级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四级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五级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4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5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6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8" name="Straight Connector 25"/>
          <p:cNvCxnSpPr/>
          <p:nvPr/>
        </p:nvCxnSpPr>
        <p:spPr>
          <a:xfrm>
            <a:off x="1453680" y="1846800"/>
            <a:ext cx="9608040" cy="36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竖排标题与文本"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Picture 6" descr=""/>
          <p:cNvPicPr/>
          <p:nvPr/>
        </p:nvPicPr>
        <p:blipFill>
          <a:blip r:embed="rId2"/>
          <a:srcRect l="0" t="1545" r="0" b="-1545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1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439200" y="798840"/>
            <a:ext cx="1615320" cy="465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444680" y="798840"/>
            <a:ext cx="7828560" cy="465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单击此处编辑母版文本样式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二级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三级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四级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五级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7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8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9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7" name="Straight Connector 14"/>
          <p:cNvCxnSpPr/>
          <p:nvPr/>
        </p:nvCxnSpPr>
        <p:spPr>
          <a:xfrm>
            <a:off x="9438840" y="798840"/>
            <a:ext cx="360" cy="466020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Picture 6" descr=""/>
          <p:cNvPicPr/>
          <p:nvPr/>
        </p:nvPicPr>
        <p:blipFill>
          <a:blip r:embed="rId2"/>
          <a:srcRect l="0" t="1545" r="0" b="-1545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0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单击此处编辑母版文本样式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二级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三级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四级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五级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0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11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12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6" name="Straight Connector 32"/>
          <p:cNvCxnSpPr/>
          <p:nvPr/>
        </p:nvCxnSpPr>
        <p:spPr>
          <a:xfrm>
            <a:off x="1453680" y="1846800"/>
            <a:ext cx="9608040" cy="36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Picture 6" descr=""/>
          <p:cNvPicPr/>
          <p:nvPr/>
        </p:nvPicPr>
        <p:blipFill>
          <a:blip r:embed="rId2"/>
          <a:srcRect l="0" t="1545" r="0" b="-1545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9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454400" y="1756080"/>
            <a:ext cx="8642880" cy="188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6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单击此处编辑母版标题样式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1454400" y="3806280"/>
            <a:ext cx="8629920" cy="101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单击此处编辑母版文本样式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13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14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15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5" name="Straight Connector 14"/>
          <p:cNvCxnSpPr/>
          <p:nvPr/>
        </p:nvCxnSpPr>
        <p:spPr>
          <a:xfrm>
            <a:off x="1454040" y="3804840"/>
            <a:ext cx="8631000" cy="36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Picture 6" descr=""/>
          <p:cNvPicPr/>
          <p:nvPr/>
        </p:nvPicPr>
        <p:blipFill>
          <a:blip r:embed="rId2"/>
          <a:srcRect l="0" t="1545" r="0" b="-1545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8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449360" y="804960"/>
            <a:ext cx="9605160" cy="105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447200" y="2010960"/>
            <a:ext cx="4644720" cy="34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单击此处编辑母版文本样式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二级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三级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四级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五级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413760" y="2017440"/>
            <a:ext cx="4644720" cy="34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单击此处编辑母版文本样式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二级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三级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四级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五级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16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17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18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55" name="Straight Connector 34"/>
          <p:cNvCxnSpPr/>
          <p:nvPr/>
        </p:nvCxnSpPr>
        <p:spPr>
          <a:xfrm>
            <a:off x="1453680" y="1846800"/>
            <a:ext cx="9608040" cy="36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Picture 6" descr=""/>
          <p:cNvPicPr/>
          <p:nvPr/>
        </p:nvPicPr>
        <p:blipFill>
          <a:blip r:embed="rId2"/>
          <a:srcRect l="0" t="1545" r="0" b="-1545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8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447200" y="804240"/>
            <a:ext cx="9607320" cy="105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447200" y="2019600"/>
            <a:ext cx="4644720" cy="80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200" strike="noStrike" u="none" cap="all">
                <a:solidFill>
                  <a:schemeClr val="accent1"/>
                </a:solidFill>
                <a:effectLst/>
                <a:uFillTx/>
                <a:latin typeface="Gill Sans MT"/>
              </a:rPr>
              <a:t>单击此处编辑母版文本样式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1447200" y="2824200"/>
            <a:ext cx="4644720" cy="264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单击此处编辑母版文本样式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二级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三级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四级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五级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412320" y="2022840"/>
            <a:ext cx="4644720" cy="80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200" strike="noStrike" u="none" cap="all">
                <a:solidFill>
                  <a:schemeClr val="accent1"/>
                </a:solidFill>
                <a:effectLst/>
                <a:uFillTx/>
                <a:latin typeface="Gill Sans MT"/>
              </a:rPr>
              <a:t>单击此处编辑母版文本样式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6412320" y="2821320"/>
            <a:ext cx="4644720" cy="263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单击此处编辑母版文本样式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二级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三级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四级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五级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dt" idx="19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7"/>
          <p:cNvSpPr>
            <a:spLocks noGrp="1"/>
          </p:cNvSpPr>
          <p:nvPr>
            <p:ph type="ftr" idx="20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8"/>
          <p:cNvSpPr>
            <a:spLocks noGrp="1"/>
          </p:cNvSpPr>
          <p:nvPr>
            <p:ph type="sldNum" idx="21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67" name="Straight Connector 28"/>
          <p:cNvCxnSpPr/>
          <p:nvPr/>
        </p:nvCxnSpPr>
        <p:spPr>
          <a:xfrm>
            <a:off x="1453680" y="1846800"/>
            <a:ext cx="9608040" cy="36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6" descr=""/>
          <p:cNvPicPr/>
          <p:nvPr/>
        </p:nvPicPr>
        <p:blipFill>
          <a:blip r:embed="rId2"/>
          <a:srcRect l="0" t="1545" r="0" b="-1545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0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dt" idx="22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23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24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75" name="Straight Connector 24"/>
          <p:cNvCxnSpPr/>
          <p:nvPr/>
        </p:nvCxnSpPr>
        <p:spPr>
          <a:xfrm>
            <a:off x="1453680" y="1846800"/>
            <a:ext cx="9608040" cy="36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6" descr=""/>
          <p:cNvPicPr/>
          <p:nvPr/>
        </p:nvPicPr>
        <p:blipFill>
          <a:blip r:embed="rId2"/>
          <a:srcRect l="0" t="1545" r="0" b="-1545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8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79" name="PlaceHolder 1"/>
          <p:cNvSpPr>
            <a:spLocks noGrp="1"/>
          </p:cNvSpPr>
          <p:nvPr>
            <p:ph type="dt" idx="25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26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27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点击以编辑提纲文本格式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第二提纲级别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第三提纲级别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第四提纲级别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6" descr=""/>
          <p:cNvPicPr/>
          <p:nvPr/>
        </p:nvPicPr>
        <p:blipFill>
          <a:blip r:embed="rId2"/>
          <a:srcRect l="0" t="1545" r="0" b="-1545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6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444680" y="798840"/>
            <a:ext cx="3272760" cy="224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24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单击此处编辑母版标题样式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3600" y="798840"/>
            <a:ext cx="6012000" cy="46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单击此处编辑母版文本样式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二级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三级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四级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b71e42"/>
              </a:buClr>
              <a:buFont typeface="Arial"/>
              <a:buChar char="•"/>
            </a:pPr>
            <a:r>
              <a:rPr b="0" lang="zh-CN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五级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1444680" y="3205440"/>
            <a:ext cx="3274560" cy="22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dt" idx="28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ftr" idx="29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sldNum" idx="30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93" name="Straight Connector 16"/>
          <p:cNvCxnSpPr/>
          <p:nvPr/>
        </p:nvCxnSpPr>
        <p:spPr>
          <a:xfrm>
            <a:off x="1448280" y="3205440"/>
            <a:ext cx="3269520" cy="36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dfdbd5">
                  <a:alpha val="0"/>
                </a:srgbClr>
              </a:gs>
              <a:gs pos="100000">
                <a:srgbClr val="dfdbd5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Picture 6" descr=""/>
          <p:cNvPicPr/>
          <p:nvPr/>
        </p:nvPicPr>
        <p:blipFill>
          <a:blip r:embed="rId2"/>
          <a:srcRect l="0" t="1545" r="0" b="-1545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6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grpSp>
        <p:nvGrpSpPr>
          <p:cNvPr id="97" name="Group 7"/>
          <p:cNvGrpSpPr/>
          <p:nvPr/>
        </p:nvGrpSpPr>
        <p:grpSpPr>
          <a:xfrm>
            <a:off x="7477560" y="482040"/>
            <a:ext cx="4074120" cy="5148720"/>
            <a:chOff x="7477560" y="482040"/>
            <a:chExt cx="4074120" cy="5148720"/>
          </a:xfrm>
        </p:grpSpPr>
        <p:sp>
          <p:nvSpPr>
            <p:cNvPr id="98" name="Rectangle 17"/>
            <p:cNvSpPr/>
            <p:nvPr/>
          </p:nvSpPr>
          <p:spPr>
            <a:xfrm>
              <a:off x="7477560" y="482040"/>
              <a:ext cx="4074120" cy="5148720"/>
            </a:xfrm>
            <a:prstGeom prst="rect">
              <a:avLst/>
            </a:prstGeom>
            <a:gradFill rotWithShape="0"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/>
            </a:gradFill>
            <a:ln w="76200">
              <a:noFill/>
            </a:ln>
            <a:effectLst>
              <a:outerShdw algn="tl" blurRad="127080" dir="4740526" dist="228470" rotWithShape="0" sx="98000" sy="98000">
                <a:srgbClr val="000000">
                  <a:alpha val="34000"/>
                </a:srgbClr>
              </a:outerShdw>
            </a:effectLst>
            <a:scene3d>
              <a:camera prst="orthographicFront"/>
              <a:lightRig dir="t" rig="threePt"/>
            </a:scene3d>
            <a:sp3d>
              <a:bevelT prst="softRound" w="152400" h="508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Rectangle 18"/>
            <p:cNvSpPr/>
            <p:nvPr/>
          </p:nvSpPr>
          <p:spPr>
            <a:xfrm>
              <a:off x="7790400" y="812520"/>
              <a:ext cx="3449880" cy="4466160"/>
            </a:xfrm>
            <a:prstGeom prst="rect">
              <a:avLst/>
            </a:prstGeom>
            <a:gradFill rotWithShape="0"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/>
            </a:gradFill>
            <a:ln w="50800">
              <a:solidFill>
                <a:srgbClr val="191919"/>
              </a:solidFill>
              <a:miter/>
            </a:ln>
            <a:effectLst>
              <a:innerShdw blurRad="63500" dir="14100000" dist="88900">
                <a:srgbClr val="000000">
                  <a:alpha val="30000"/>
                </a:srgbClr>
              </a:innerShdw>
            </a:effectLst>
            <a:scene3d>
              <a:camera prst="orthographicFront"/>
              <a:lightRig dir="t" rig="threeP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451160" y="1129680"/>
            <a:ext cx="5532120" cy="183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8124480" y="1122480"/>
            <a:ext cx="2790720" cy="3866040"/>
          </a:xfrm>
          <a:prstGeom prst="rect">
            <a:avLst/>
          </a:prstGeom>
          <a:solidFill>
            <a:schemeClr val="lt1">
              <a:lumMod val="85000"/>
            </a:schemeClr>
          </a:solidFill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单击图标添加图片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1450440" y="3146040"/>
            <a:ext cx="5524200" cy="200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单击此处编辑母版文本样式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31"/>
          </p:nvPr>
        </p:nvSpPr>
        <p:spPr>
          <a:xfrm>
            <a:off x="1447560" y="5469840"/>
            <a:ext cx="552708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ftr" idx="32"/>
          </p:nvPr>
        </p:nvSpPr>
        <p:spPr>
          <a:xfrm>
            <a:off x="1447560" y="318600"/>
            <a:ext cx="5540760" cy="32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6"/>
          <p:cNvSpPr>
            <a:spLocks noGrp="1"/>
          </p:cNvSpPr>
          <p:nvPr>
            <p:ph type="sldNum" idx="33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06" name="Straight Connector 30"/>
          <p:cNvCxnSpPr/>
          <p:nvPr/>
        </p:nvCxnSpPr>
        <p:spPr>
          <a:xfrm>
            <a:off x="1447200" y="3143520"/>
            <a:ext cx="5527800" cy="360"/>
          </a:xfrm>
          <a:prstGeom prst="straightConnector1">
            <a:avLst/>
          </a:prstGeom>
          <a:ln w="31750">
            <a:solidFill>
              <a:srgbClr val="b71e42"/>
            </a:solidFill>
            <a:round/>
          </a:ln>
        </p:spPr>
      </p:cxn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1.jpeg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25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eceae7"/>
            </a:gs>
            <a:gs pos="100000">
              <a:srgbClr val="cac6c1"/>
            </a:gs>
          </a:gsLst>
          <a:path path="circle">
            <a:fillToRect l="50000" t="0" r="5000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974520" y="801720"/>
            <a:ext cx="9928080" cy="8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54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如何让</a:t>
            </a:r>
            <a:r>
              <a:rPr b="0" lang="en-US" sz="54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Eddie</a:t>
            </a:r>
            <a:r>
              <a:rPr b="0" lang="zh-CN" sz="54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学会简单关卡修改</a:t>
            </a:r>
            <a:endParaRPr b="0" lang="en-US" sz="5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grpSp>
        <p:nvGrpSpPr>
          <p:cNvPr id="108" name="组合 30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09" name="组合 55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10" name="组合 91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11" name="组合 9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grpSp>
        <p:nvGrpSpPr>
          <p:cNvPr id="112" name="组合 10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13" name="图片 114"/>
          <p:cNvSpPr/>
          <p:nvPr/>
        </p:nvSpPr>
        <p:spPr>
          <a:xfrm>
            <a:off x="958320" y="4591800"/>
            <a:ext cx="2609640" cy="1095120"/>
          </a:xfrm>
          <a:prstGeom prst="roundRect">
            <a:avLst>
              <a:gd name="adj" fmla="val 8594"/>
            </a:avLst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reflection algn="bl" blurRad="12700" dir="5400000" dist="5000" endPos="28000" rotWithShape="0" stA="38000" sy="-10000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" descr=""/>
          <p:cNvPicPr/>
          <p:nvPr/>
        </p:nvPicPr>
        <p:blipFill>
          <a:blip r:embed="rId2"/>
          <a:stretch/>
        </p:blipFill>
        <p:spPr>
          <a:xfrm>
            <a:off x="977040" y="2340000"/>
            <a:ext cx="3702960" cy="87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3"/>
          <a:stretch/>
        </p:blipFill>
        <p:spPr>
          <a:xfrm>
            <a:off x="8100000" y="1620000"/>
            <a:ext cx="3291480" cy="153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" descr=""/>
          <p:cNvPicPr/>
          <p:nvPr/>
        </p:nvPicPr>
        <p:blipFill>
          <a:blip r:embed="rId4"/>
          <a:stretch/>
        </p:blipFill>
        <p:spPr>
          <a:xfrm>
            <a:off x="4947120" y="2340000"/>
            <a:ext cx="2795040" cy="351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" descr=""/>
          <p:cNvPicPr/>
          <p:nvPr/>
        </p:nvPicPr>
        <p:blipFill>
          <a:blip r:embed="rId5"/>
          <a:stretch/>
        </p:blipFill>
        <p:spPr>
          <a:xfrm>
            <a:off x="8460000" y="3240000"/>
            <a:ext cx="2857320" cy="1470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文本框 2"/>
          <p:cNvSpPr/>
          <p:nvPr/>
        </p:nvSpPr>
        <p:spPr>
          <a:xfrm>
            <a:off x="1031040" y="1620000"/>
            <a:ext cx="10395720" cy="28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1.</a:t>
            </a:r>
            <a:r>
              <a:rPr b="0" lang="zh-CN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如何自定义关卡</a:t>
            </a: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mod</a:t>
            </a:r>
            <a:r>
              <a:rPr b="0" lang="zh-CN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植物（</a:t>
            </a: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eg</a:t>
            </a:r>
            <a:r>
              <a:rPr b="0" lang="zh-CN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：</a:t>
            </a: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32+4</a:t>
            </a:r>
            <a:r>
              <a:rPr b="0" lang="zh-CN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阳光制的</a:t>
            </a: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dark21</a:t>
            </a:r>
            <a:r>
              <a:rPr b="0" lang="zh-CN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）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2.</a:t>
            </a:r>
            <a:r>
              <a:rPr b="0" lang="zh-CN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如何修改自选为锁卡（</a:t>
            </a: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eg</a:t>
            </a:r>
            <a:r>
              <a:rPr b="0" lang="zh-CN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：</a:t>
            </a: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dark21forEddie</a:t>
            </a:r>
            <a:r>
              <a:rPr b="0" lang="zh-CN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的制作）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3.</a:t>
            </a:r>
            <a:r>
              <a:rPr b="0" lang="zh-CN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如何修改关卡文本内容（</a:t>
            </a: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eg</a:t>
            </a:r>
            <a:r>
              <a:rPr b="0" lang="zh-CN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：寒冰菇</a:t>
            </a: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2</a:t>
            </a:r>
            <a:r>
              <a:rPr b="0" lang="zh-CN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的</a:t>
            </a: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Eddie</a:t>
            </a:r>
            <a:r>
              <a:rPr b="0" lang="zh-CN" sz="3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修改）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文本框 3"/>
          <p:cNvSpPr/>
          <p:nvPr/>
        </p:nvSpPr>
        <p:spPr>
          <a:xfrm>
            <a:off x="4338720" y="730440"/>
            <a:ext cx="5197680" cy="101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华文宋体"/>
                <a:ea typeface="华文宋体"/>
              </a:rPr>
              <a:t>主要内容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p14:dur="100"/>
    </mc:Choice>
    <mc:Fallback>
      <p:transition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文本框 3"/>
          <p:cNvSpPr/>
          <p:nvPr/>
        </p:nvSpPr>
        <p:spPr>
          <a:xfrm>
            <a:off x="3142080" y="245520"/>
            <a:ext cx="57805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4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如何自定义关卡</a:t>
            </a: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mod</a:t>
            </a:r>
            <a:r>
              <a:rPr b="0" lang="zh-CN" sz="4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植物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文本框 4"/>
          <p:cNvSpPr/>
          <p:nvPr/>
        </p:nvSpPr>
        <p:spPr>
          <a:xfrm>
            <a:off x="491040" y="1644840"/>
            <a:ext cx="105246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	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首先我们需要一个有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mod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植物的关卡文件进行研究，很显然                           的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就很合适，我们就用它来研究关卡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mod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植物的生成。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图片 6" descr=""/>
          <p:cNvPicPr/>
          <p:nvPr/>
        </p:nvPicPr>
        <p:blipFill>
          <a:blip r:embed="rId1"/>
          <a:stretch/>
        </p:blipFill>
        <p:spPr>
          <a:xfrm>
            <a:off x="8922960" y="1606320"/>
            <a:ext cx="2558880" cy="71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图片 8" descr=""/>
          <p:cNvPicPr/>
          <p:nvPr/>
        </p:nvPicPr>
        <p:blipFill>
          <a:blip r:embed="rId2"/>
          <a:stretch/>
        </p:blipFill>
        <p:spPr>
          <a:xfrm>
            <a:off x="6972840" y="1644840"/>
            <a:ext cx="1695240" cy="43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图片 10" descr=""/>
          <p:cNvPicPr/>
          <p:nvPr/>
        </p:nvPicPr>
        <p:blipFill>
          <a:blip r:embed="rId3"/>
          <a:stretch/>
        </p:blipFill>
        <p:spPr>
          <a:xfrm>
            <a:off x="750600" y="2633040"/>
            <a:ext cx="2920680" cy="25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图片 12" descr=""/>
          <p:cNvPicPr/>
          <p:nvPr/>
        </p:nvPicPr>
        <p:blipFill>
          <a:blip r:embed="rId4"/>
          <a:stretch/>
        </p:blipFill>
        <p:spPr>
          <a:xfrm>
            <a:off x="595440" y="2937960"/>
            <a:ext cx="3168360" cy="39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文本框 13"/>
          <p:cNvSpPr/>
          <p:nvPr/>
        </p:nvSpPr>
        <p:spPr>
          <a:xfrm>
            <a:off x="4430880" y="2887200"/>
            <a:ext cx="6302160" cy="23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我们看到，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RTID(ModPlants@CurrentLevel) 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具体指向了下面这个别名为 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ModPlants 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的模块：简单来说，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RTID(ModPlants@CurrentLevel)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 </a:t>
            </a:r>
            <a:r>
              <a:rPr b="1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就像是一个快捷方式，它在这个关卡中激活了一套预设的“植物属性修改器”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。这套修改器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修改了特定植物属性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：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"List" 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数组里定义了五种植物的具体参数变化，这完全改变了它们的强度、成本和战术价值。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而我们要修改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32+4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dark21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就要从这里入手。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图片 2" descr=""/>
          <p:cNvPicPr/>
          <p:nvPr/>
        </p:nvPicPr>
        <p:blipFill>
          <a:blip r:embed="rId5"/>
          <a:stretch/>
        </p:blipFill>
        <p:spPr>
          <a:xfrm>
            <a:off x="4522680" y="5284080"/>
            <a:ext cx="3975120" cy="14029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8" name="组合 9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p:transition spd="slow">
    <p:randomBar dir="ver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文本框 1"/>
          <p:cNvSpPr/>
          <p:nvPr/>
        </p:nvSpPr>
        <p:spPr>
          <a:xfrm>
            <a:off x="1436040" y="527760"/>
            <a:ext cx="29394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我们知道，由于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图片 3" descr=""/>
          <p:cNvPicPr/>
          <p:nvPr/>
        </p:nvPicPr>
        <p:blipFill>
          <a:blip r:embed="rId1"/>
          <a:stretch/>
        </p:blipFill>
        <p:spPr>
          <a:xfrm>
            <a:off x="3178800" y="587520"/>
            <a:ext cx="113328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文本框 4"/>
          <p:cNvSpPr/>
          <p:nvPr/>
        </p:nvSpPr>
        <p:spPr>
          <a:xfrm>
            <a:off x="4312440" y="527760"/>
            <a:ext cx="666612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在写关卡写了好多才发现除了白天阳光菇，其他植物的生产数据全部出错了，于是想测试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32+4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能不能打他写的关，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Eddie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就接了这个任务（</a:t>
            </a:r>
            <a:r>
              <a:rPr b="0" lang="zh-CN" sz="1800" strike="sngStrike" u="none">
                <a:solidFill>
                  <a:schemeClr val="dk1"/>
                </a:solidFill>
                <a:effectLst/>
                <a:uFillTx/>
                <a:latin typeface="Gill Sans MT"/>
              </a:rPr>
              <a:t>闲的没事自己找虐）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Eddie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本来使用官网自改的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32+4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版本，由于官网版优化差，所以某些关卡还是需要使用群文件版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+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自定义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mod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植物关卡测试。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图片 6" descr=""/>
          <p:cNvPicPr/>
          <p:nvPr/>
        </p:nvPicPr>
        <p:blipFill>
          <a:blip r:embed="rId2"/>
          <a:stretch/>
        </p:blipFill>
        <p:spPr>
          <a:xfrm>
            <a:off x="234360" y="2456280"/>
            <a:ext cx="3814920" cy="61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文本框 7"/>
          <p:cNvSpPr/>
          <p:nvPr/>
        </p:nvSpPr>
        <p:spPr>
          <a:xfrm>
            <a:off x="846720" y="3191040"/>
            <a:ext cx="306180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错误的数据，正确应该是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32</a:t>
            </a:r>
            <a:r>
              <a:rPr b="0" lang="zh-CN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和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4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文本框 2"/>
          <p:cNvSpPr/>
          <p:nvPr/>
        </p:nvSpPr>
        <p:spPr>
          <a:xfrm>
            <a:off x="5148720" y="2411640"/>
            <a:ext cx="25956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那么我们先从群文件下一个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dark21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吧。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图片 8" descr=""/>
          <p:cNvPicPr/>
          <p:nvPr/>
        </p:nvPicPr>
        <p:blipFill>
          <a:blip r:embed="rId3"/>
          <a:stretch/>
        </p:blipFill>
        <p:spPr>
          <a:xfrm>
            <a:off x="7796160" y="2398320"/>
            <a:ext cx="2095200" cy="67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文本框 9"/>
          <p:cNvSpPr/>
          <p:nvPr/>
        </p:nvSpPr>
        <p:spPr>
          <a:xfrm>
            <a:off x="5302440" y="3468240"/>
            <a:ext cx="477432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把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RTID(ModPlants@CurrentLevel) 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modplant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从参考的关卡复制到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dark21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上，然后我们开始修改。（建议用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vscode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等文本编辑工具）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800">
        <p:circle/>
      </p:transition>
    </mc:Choice>
    <mc:Fallback>
      <p:transition spd="med">
        <p:circl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文本框 1"/>
          <p:cNvSpPr/>
          <p:nvPr/>
        </p:nvSpPr>
        <p:spPr>
          <a:xfrm>
            <a:off x="300600" y="453960"/>
            <a:ext cx="420948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我们需要修改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32+4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，是阳光植物的生产数值，先找一下植物数据吧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文本框 2"/>
          <p:cNvSpPr/>
          <p:nvPr/>
        </p:nvSpPr>
        <p:spPr>
          <a:xfrm>
            <a:off x="356040" y="1362240"/>
            <a:ext cx="24112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在群文件找到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图片 4" descr=""/>
          <p:cNvPicPr/>
          <p:nvPr/>
        </p:nvPicPr>
        <p:blipFill>
          <a:blip r:embed="rId1"/>
          <a:stretch/>
        </p:blipFill>
        <p:spPr>
          <a:xfrm>
            <a:off x="1852560" y="1219680"/>
            <a:ext cx="125712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图片 6" descr=""/>
          <p:cNvPicPr/>
          <p:nvPr/>
        </p:nvPicPr>
        <p:blipFill>
          <a:blip r:embed="rId2"/>
          <a:stretch/>
        </p:blipFill>
        <p:spPr>
          <a:xfrm>
            <a:off x="1854720" y="1604880"/>
            <a:ext cx="1104480" cy="25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文本框 7"/>
          <p:cNvSpPr/>
          <p:nvPr/>
        </p:nvSpPr>
        <p:spPr>
          <a:xfrm>
            <a:off x="484920" y="2092680"/>
            <a:ext cx="286560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Features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用于搜索植物的中英文对照，方便在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props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里定位。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2" name="图片 9" descr=""/>
          <p:cNvPicPr/>
          <p:nvPr/>
        </p:nvPicPr>
        <p:blipFill>
          <a:blip r:embed="rId3"/>
          <a:stretch/>
        </p:blipFill>
        <p:spPr>
          <a:xfrm>
            <a:off x="3038760" y="2764800"/>
            <a:ext cx="3619440" cy="337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文本框 10"/>
          <p:cNvSpPr/>
          <p:nvPr/>
        </p:nvSpPr>
        <p:spPr>
          <a:xfrm>
            <a:off x="356040" y="3326040"/>
            <a:ext cx="2865600" cy="25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我们先找到了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sunflower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（向日葵）的数据，红圈的就是需要改的，我们将其复制并粘贴到我们正在修改的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dark21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里面，依次修改，为了方便，我一次性修改了所有阳光植物的生产。（双向，月光花，阳光菇，原始向日葵）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文本框 11"/>
          <p:cNvSpPr/>
          <p:nvPr/>
        </p:nvSpPr>
        <p:spPr>
          <a:xfrm>
            <a:off x="4989240" y="248400"/>
            <a:ext cx="6658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我额外改了一个金盏花的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suncost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，以便方便确认修改生效。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文本框 12"/>
          <p:cNvSpPr/>
          <p:nvPr/>
        </p:nvSpPr>
        <p:spPr>
          <a:xfrm>
            <a:off x="5099760" y="828360"/>
            <a:ext cx="665820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进入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ge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，右下角游戏机的左上角打开我们的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dark21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，进行测试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图片 14" descr=""/>
          <p:cNvPicPr/>
          <p:nvPr/>
        </p:nvPicPr>
        <p:blipFill>
          <a:blip r:embed="rId4"/>
          <a:stretch/>
        </p:blipFill>
        <p:spPr>
          <a:xfrm>
            <a:off x="6883200" y="1151640"/>
            <a:ext cx="437760" cy="39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图片 16" descr=""/>
          <p:cNvPicPr/>
          <p:nvPr/>
        </p:nvPicPr>
        <p:blipFill>
          <a:blip r:embed="rId5"/>
          <a:stretch/>
        </p:blipFill>
        <p:spPr>
          <a:xfrm>
            <a:off x="7394040" y="1175040"/>
            <a:ext cx="2070000" cy="37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图片 18" descr=""/>
          <p:cNvPicPr/>
          <p:nvPr/>
        </p:nvPicPr>
        <p:blipFill>
          <a:blip r:embed="rId6"/>
          <a:stretch/>
        </p:blipFill>
        <p:spPr>
          <a:xfrm>
            <a:off x="6793560" y="1859760"/>
            <a:ext cx="5250600" cy="333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文本框 19"/>
          <p:cNvSpPr/>
          <p:nvPr/>
        </p:nvSpPr>
        <p:spPr>
          <a:xfrm>
            <a:off x="7149600" y="5492520"/>
            <a:ext cx="43628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金盏花修改成功，本节完成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图片 9" descr=""/>
          <p:cNvPicPr/>
          <p:nvPr/>
        </p:nvPicPr>
        <p:blipFill>
          <a:blip r:embed="rId1"/>
          <a:stretch/>
        </p:blipFill>
        <p:spPr>
          <a:xfrm>
            <a:off x="4550400" y="2224800"/>
            <a:ext cx="2558880" cy="71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文本框 1"/>
          <p:cNvSpPr/>
          <p:nvPr/>
        </p:nvSpPr>
        <p:spPr>
          <a:xfrm>
            <a:off x="3148200" y="116640"/>
            <a:ext cx="536328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如何修改自选为锁卡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文本框 2"/>
          <p:cNvSpPr/>
          <p:nvPr/>
        </p:nvSpPr>
        <p:spPr>
          <a:xfrm>
            <a:off x="515520" y="1024920"/>
            <a:ext cx="1016244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	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Eddie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自从初次打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32+4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dark21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受折磨之后（当时还没有改关卡，晚上只能用阳光豆和黄金叶）做了很变态的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6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槽选卡成功过了，于是他想让别人也受这关折磨，这种最好是使用锁卡让玩家不能换植物，于是只能硬着头皮打（用叶，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boost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，金手指另说），可恶的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Eddie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！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图片 4" descr=""/>
          <p:cNvPicPr/>
          <p:nvPr/>
        </p:nvPicPr>
        <p:blipFill>
          <a:blip r:embed="rId2"/>
          <a:stretch/>
        </p:blipFill>
        <p:spPr>
          <a:xfrm>
            <a:off x="-132840" y="2225160"/>
            <a:ext cx="2857320" cy="285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文本框 5"/>
          <p:cNvSpPr/>
          <p:nvPr/>
        </p:nvSpPr>
        <p:spPr>
          <a:xfrm>
            <a:off x="644400" y="5247000"/>
            <a:ext cx="2080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Eddie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自画像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文本框 7"/>
          <p:cNvSpPr/>
          <p:nvPr/>
        </p:nvSpPr>
        <p:spPr>
          <a:xfrm>
            <a:off x="3248640" y="2008440"/>
            <a:ext cx="8942760" cy="175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首先我们需要一个有锁卡的关卡文件进行研究，很显然                           的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                            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 就很合适，我们就用它来研究如何修改自选为锁卡。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图片 8" descr=""/>
          <p:cNvPicPr/>
          <p:nvPr/>
        </p:nvPicPr>
        <p:blipFill>
          <a:blip r:embed="rId3"/>
          <a:stretch/>
        </p:blipFill>
        <p:spPr>
          <a:xfrm>
            <a:off x="8935200" y="2008800"/>
            <a:ext cx="1695240" cy="4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文本框 10"/>
          <p:cNvSpPr/>
          <p:nvPr/>
        </p:nvSpPr>
        <p:spPr>
          <a:xfrm>
            <a:off x="5572440" y="2673360"/>
            <a:ext cx="1405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Gill Sans MT"/>
              </a:rPr>
              <a:t>怎么又是你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图片 12" descr=""/>
          <p:cNvPicPr/>
          <p:nvPr/>
        </p:nvPicPr>
        <p:blipFill>
          <a:blip r:embed="rId4"/>
          <a:stretch/>
        </p:blipFill>
        <p:spPr>
          <a:xfrm>
            <a:off x="7693920" y="2494800"/>
            <a:ext cx="3321000" cy="361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9" name="组合 1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pic>
        <p:nvPicPr>
          <p:cNvPr id="160" name="图片 18" descr=""/>
          <p:cNvPicPr/>
          <p:nvPr/>
        </p:nvPicPr>
        <p:blipFill>
          <a:blip r:embed="rId5"/>
          <a:stretch/>
        </p:blipFill>
        <p:spPr>
          <a:xfrm>
            <a:off x="3222360" y="3552840"/>
            <a:ext cx="2749320" cy="28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图片 20" descr=""/>
          <p:cNvPicPr/>
          <p:nvPr/>
        </p:nvPicPr>
        <p:blipFill>
          <a:blip r:embed="rId6"/>
          <a:stretch/>
        </p:blipFill>
        <p:spPr>
          <a:xfrm>
            <a:off x="3204720" y="3931200"/>
            <a:ext cx="2891160" cy="283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文本框 21"/>
          <p:cNvSpPr/>
          <p:nvPr/>
        </p:nvSpPr>
        <p:spPr>
          <a:xfrm>
            <a:off x="6575760" y="3651480"/>
            <a:ext cx="516384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我们发现，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SeedBank 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模块通过 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PresetPlantList 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定义了本关卡</a:t>
            </a:r>
            <a:r>
              <a:rPr b="1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只能使用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6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种植物（向日葵、土豆地雷等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),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我们和上一个教学一样，再找一份原版的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dark21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文件，直接把他抄过来。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cover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文本框 1"/>
          <p:cNvSpPr/>
          <p:nvPr/>
        </p:nvSpPr>
        <p:spPr>
          <a:xfrm>
            <a:off x="202680" y="386640"/>
            <a:ext cx="458388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好了，我们已经抄了过来，现在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dark21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是锁卡了。下面我们把植物列表改成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Eddie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严选植物。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文本框 2"/>
          <p:cNvSpPr/>
          <p:nvPr/>
        </p:nvSpPr>
        <p:spPr>
          <a:xfrm>
            <a:off x="374400" y="1399320"/>
            <a:ext cx="3902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再次使用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图片 3" descr=""/>
          <p:cNvPicPr/>
          <p:nvPr/>
        </p:nvPicPr>
        <p:blipFill>
          <a:blip r:embed="rId1"/>
          <a:stretch/>
        </p:blipFill>
        <p:spPr>
          <a:xfrm>
            <a:off x="1472040" y="1441080"/>
            <a:ext cx="125712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文本框 4"/>
          <p:cNvSpPr/>
          <p:nvPr/>
        </p:nvSpPr>
        <p:spPr>
          <a:xfrm>
            <a:off x="374400" y="1726920"/>
            <a:ext cx="3067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只需要替换对应植物的名称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文本框 5"/>
          <p:cNvSpPr/>
          <p:nvPr/>
        </p:nvSpPr>
        <p:spPr>
          <a:xfrm>
            <a:off x="374400" y="2325960"/>
            <a:ext cx="48783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Eddie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严选植物      如图，已经修改成功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图片 7" descr=""/>
          <p:cNvPicPr/>
          <p:nvPr/>
        </p:nvPicPr>
        <p:blipFill>
          <a:blip r:embed="rId2"/>
          <a:stretch/>
        </p:blipFill>
        <p:spPr>
          <a:xfrm>
            <a:off x="334080" y="2779920"/>
            <a:ext cx="5257440" cy="3336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69" name="组合 11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170" name="文本框 15"/>
          <p:cNvSpPr/>
          <p:nvPr/>
        </p:nvSpPr>
        <p:spPr>
          <a:xfrm>
            <a:off x="6689160" y="343800"/>
            <a:ext cx="428328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补充：锁一部分卡方法：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        “SelectionMethod”: “preset”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改成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        "SelectionMethod": “chooser"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图片 16" descr=""/>
          <p:cNvPicPr/>
          <p:nvPr/>
        </p:nvPicPr>
        <p:blipFill>
          <a:blip r:embed="rId3"/>
          <a:stretch/>
        </p:blipFill>
        <p:spPr>
          <a:xfrm>
            <a:off x="6607080" y="1821240"/>
            <a:ext cx="5250600" cy="3332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2" name="组合 22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文本框 2"/>
          <p:cNvSpPr/>
          <p:nvPr/>
        </p:nvSpPr>
        <p:spPr>
          <a:xfrm>
            <a:off x="2779920" y="183960"/>
            <a:ext cx="727812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如何修改关卡文本内容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文本框 3"/>
          <p:cNvSpPr/>
          <p:nvPr/>
        </p:nvSpPr>
        <p:spPr>
          <a:xfrm>
            <a:off x="638280" y="1043280"/>
            <a:ext cx="449172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Eddie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又在打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32+4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了，这次打的是寒冰菇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又是用了冷门打法，要制作锁卡关让人“体验”（）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图片 5" descr=""/>
          <p:cNvPicPr/>
          <p:nvPr/>
        </p:nvPicPr>
        <p:blipFill>
          <a:blip r:embed="rId1"/>
          <a:stretch/>
        </p:blipFill>
        <p:spPr>
          <a:xfrm>
            <a:off x="433800" y="2437560"/>
            <a:ext cx="4964400" cy="53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文本框 6"/>
          <p:cNvSpPr/>
          <p:nvPr/>
        </p:nvSpPr>
        <p:spPr>
          <a:xfrm>
            <a:off x="638280" y="2068200"/>
            <a:ext cx="43383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这次还提出了新要求👇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文本框 7"/>
          <p:cNvSpPr/>
          <p:nvPr/>
        </p:nvSpPr>
        <p:spPr>
          <a:xfrm>
            <a:off x="638280" y="3111480"/>
            <a:ext cx="19389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怎么办呢？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文本框 8"/>
          <p:cNvSpPr/>
          <p:nvPr/>
        </p:nvSpPr>
        <p:spPr>
          <a:xfrm>
            <a:off x="337680" y="3657600"/>
            <a:ext cx="5179320" cy="175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首先我们需要一个有关卡说明的关卡文件进行研究，很显然                           的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 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就很合适，我们就用它来研究如何修改关卡说明。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Gill Sans MT"/>
              </a:rPr>
              <a:t>怎么还是你</a:t>
            </a:r>
            <a:r>
              <a:rPr b="0" lang="zh-CN" sz="1800" strike="noStrike" u="none">
                <a:solidFill>
                  <a:srgbClr val="ff0000"/>
                </a:solidFill>
                <a:effectLst/>
                <a:highlight>
                  <a:srgbClr val="00ffff"/>
                </a:highlight>
                <a:uFillTx/>
                <a:latin typeface="Gill Sans MT"/>
              </a:rPr>
              <a:t>（因为确实合适）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9" name="图片 9" descr=""/>
          <p:cNvPicPr/>
          <p:nvPr/>
        </p:nvPicPr>
        <p:blipFill>
          <a:blip r:embed="rId2"/>
          <a:stretch/>
        </p:blipFill>
        <p:spPr>
          <a:xfrm>
            <a:off x="1550880" y="3949920"/>
            <a:ext cx="1695240" cy="43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图片 10" descr=""/>
          <p:cNvPicPr/>
          <p:nvPr/>
        </p:nvPicPr>
        <p:blipFill>
          <a:blip r:embed="rId3"/>
          <a:srcRect l="11916" t="15494" r="0" b="30076"/>
          <a:stretch/>
        </p:blipFill>
        <p:spPr>
          <a:xfrm>
            <a:off x="3559320" y="4001400"/>
            <a:ext cx="2253960" cy="38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" name="图片 12" descr=""/>
          <p:cNvPicPr/>
          <p:nvPr/>
        </p:nvPicPr>
        <p:blipFill>
          <a:blip r:embed="rId4"/>
          <a:stretch/>
        </p:blipFill>
        <p:spPr>
          <a:xfrm>
            <a:off x="6190560" y="1242720"/>
            <a:ext cx="3284280" cy="354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文本框 13"/>
          <p:cNvSpPr/>
          <p:nvPr/>
        </p:nvSpPr>
        <p:spPr>
          <a:xfrm>
            <a:off x="9852120" y="1368360"/>
            <a:ext cx="1701360" cy="175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一个好的关卡说明起到提示特性和带入剧情的作用，我们马上开始教学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3" name="组合 16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p:transition spd="slow">
    <p:wipe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文本框 4"/>
          <p:cNvSpPr/>
          <p:nvPr/>
        </p:nvSpPr>
        <p:spPr>
          <a:xfrm>
            <a:off x="221040" y="208800"/>
            <a:ext cx="331956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我们发现这个应该就是，直接搬过来。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图片 8" descr=""/>
          <p:cNvPicPr/>
          <p:nvPr/>
        </p:nvPicPr>
        <p:blipFill>
          <a:blip r:embed="rId1"/>
          <a:stretch/>
        </p:blipFill>
        <p:spPr>
          <a:xfrm>
            <a:off x="78120" y="854640"/>
            <a:ext cx="4211640" cy="270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图片 10" descr=""/>
          <p:cNvPicPr/>
          <p:nvPr/>
        </p:nvPicPr>
        <p:blipFill>
          <a:blip r:embed="rId2"/>
          <a:stretch/>
        </p:blipFill>
        <p:spPr>
          <a:xfrm>
            <a:off x="78120" y="3893760"/>
            <a:ext cx="3759120" cy="27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文本框 11"/>
          <p:cNvSpPr/>
          <p:nvPr/>
        </p:nvSpPr>
        <p:spPr>
          <a:xfrm>
            <a:off x="221040" y="4651920"/>
            <a:ext cx="47005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还是直接修改成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Eddie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要求，导入看看效果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图片 13" descr=""/>
          <p:cNvPicPr/>
          <p:nvPr/>
        </p:nvPicPr>
        <p:blipFill>
          <a:blip r:embed="rId3"/>
          <a:stretch/>
        </p:blipFill>
        <p:spPr>
          <a:xfrm>
            <a:off x="5507280" y="176400"/>
            <a:ext cx="6287400" cy="399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文本框 14"/>
          <p:cNvSpPr/>
          <p:nvPr/>
        </p:nvSpPr>
        <p:spPr>
          <a:xfrm>
            <a:off x="5731920" y="4510800"/>
            <a:ext cx="6062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Emm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，看起来挺不错，精益求精，让我们再优化一下吧。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文本框 16"/>
          <p:cNvSpPr/>
          <p:nvPr/>
        </p:nvSpPr>
        <p:spPr>
          <a:xfrm>
            <a:off x="5584680" y="4948200"/>
            <a:ext cx="603180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“FirstIntroNarrative”: “GLACIERSHROOM_B_INTRO”</a:t>
            </a: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是初次打关时戴夫的对话，由于导入的关卡分不清初次，戴夫会一直出来，我们这里删掉他。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500">
        <p:split dir="out" orient="vert"/>
      </p:transition>
    </mc:Choice>
    <mc:Fallback>
      <p:transition spd="slow">
        <p:split dir="out" orient="vert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矩形 3"/>
          <p:cNvSpPr/>
          <p:nvPr/>
        </p:nvSpPr>
        <p:spPr>
          <a:xfrm>
            <a:off x="4523040" y="916200"/>
            <a:ext cx="30128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zh-CN" sz="5400" strike="noStrike" u="none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Gill Sans MT"/>
              </a:rPr>
              <a:t>谢谢观看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矩形 4"/>
          <p:cNvSpPr/>
          <p:nvPr/>
        </p:nvSpPr>
        <p:spPr>
          <a:xfrm>
            <a:off x="3236760" y="2967480"/>
            <a:ext cx="57182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trike="noStrike" u="non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Gill Sans MT"/>
              </a:rPr>
              <a:t>Made by flashpipi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矩形 5"/>
          <p:cNvSpPr/>
          <p:nvPr/>
        </p:nvSpPr>
        <p:spPr>
          <a:xfrm>
            <a:off x="1583280" y="4458600"/>
            <a:ext cx="32828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zh-CN" sz="5400" spc="51" strike="noStrike" u="none">
                <a:solidFill>
                  <a:srgbClr val="fefefd"/>
                </a:solidFill>
                <a:effectLst>
                  <a:glow rad="38160">
                    <a:srgbClr val="b71e42">
                      <a:alpha val="40000"/>
                    </a:srgbClr>
                  </a:glow>
                </a:effectLst>
                <a:uFillTx/>
                <a:latin typeface="Gill Sans MT"/>
              </a:rPr>
              <a:t>特别鸣谢</a:t>
            </a:r>
            <a:endParaRPr b="0" lang="en-US" sz="5400" strike="noStrike" u="none">
              <a:solidFill>
                <a:srgbClr val="000000"/>
              </a:solidFill>
              <a:effectLst>
                <a:glow rad="38160">
                  <a:srgbClr val="b71e42">
                    <a:alpha val="40000"/>
                  </a:srgbClr>
                </a:glow>
              </a:effectLst>
              <a:uFillTx/>
              <a:latin typeface="Arial"/>
            </a:endParaRPr>
          </a:p>
        </p:txBody>
      </p:sp>
      <p:pic>
        <p:nvPicPr>
          <p:cNvPr id="194" name="图片 7" descr=""/>
          <p:cNvPicPr/>
          <p:nvPr/>
        </p:nvPicPr>
        <p:blipFill>
          <a:blip r:embed="rId1"/>
          <a:stretch/>
        </p:blipFill>
        <p:spPr>
          <a:xfrm>
            <a:off x="5157000" y="4631760"/>
            <a:ext cx="2179800" cy="74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图片 9" descr=""/>
          <p:cNvPicPr/>
          <p:nvPr/>
        </p:nvPicPr>
        <p:blipFill>
          <a:blip r:embed="rId2"/>
          <a:stretch/>
        </p:blipFill>
        <p:spPr>
          <a:xfrm>
            <a:off x="7536240" y="4631760"/>
            <a:ext cx="2774880" cy="74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" descr=""/>
          <p:cNvPicPr/>
          <p:nvPr/>
        </p:nvPicPr>
        <p:blipFill>
          <a:blip r:embed="rId3"/>
          <a:stretch/>
        </p:blipFill>
        <p:spPr>
          <a:xfrm>
            <a:off x="360000" y="180000"/>
            <a:ext cx="3834360" cy="432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" descr=""/>
          <p:cNvPicPr/>
          <p:nvPr/>
        </p:nvPicPr>
        <p:blipFill>
          <a:blip r:embed="rId4"/>
          <a:stretch/>
        </p:blipFill>
        <p:spPr>
          <a:xfrm>
            <a:off x="4725720" y="3302280"/>
            <a:ext cx="2834280" cy="75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" descr=""/>
          <p:cNvPicPr/>
          <p:nvPr/>
        </p:nvPicPr>
        <p:blipFill>
          <a:blip r:embed="rId5"/>
          <a:stretch/>
        </p:blipFill>
        <p:spPr>
          <a:xfrm>
            <a:off x="7660800" y="3302280"/>
            <a:ext cx="3139200" cy="83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画廊">
  <a:themeElements>
    <a:clrScheme name="画廊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itchFamily="0" charset="1"/>
        <a:ea typeface=""/>
        <a:cs typeface=""/>
      </a:majorFont>
      <a:minorFont>
        <a:latin typeface="Gill Sans M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t="0" r="43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Application>LibreOffice/25.8.2.2$Windows_X86_64 LibreOffice_project/d401f2107ccab8f924a8e2df40f573aab7605b6f</Application>
  <AppVersion>15.0000</AppVersion>
  <Words>1828</Words>
  <Paragraphs>105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2025-11-09T03:17:00Z</dcterms:created>
  <dc:creator>Twilight Sparkle</dc:creator>
  <dc:description/>
  <dc:language>zh-CN</dc:language>
  <cp:lastModifiedBy/>
  <dcterms:modified xsi:type="dcterms:W3CDTF">2025-11-13T19:58:58Z</dcterms:modified>
  <cp:revision>19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323CC74666304C8E8C65D118CFD9FD3C_12</vt:lpwstr>
  </property>
  <property fmtid="{D5CDD505-2E9C-101B-9397-08002B2CF9AE}" pid="3" name="KSOProductBuildVer">
    <vt:lpwstr>2052-12.1.0.23542</vt:lpwstr>
  </property>
  <property fmtid="{D5CDD505-2E9C-101B-9397-08002B2CF9AE}" pid="4" name="PresentationFormat">
    <vt:lpwstr>宽屏</vt:lpwstr>
  </property>
  <property fmtid="{D5CDD505-2E9C-101B-9397-08002B2CF9AE}" pid="5" name="Slides">
    <vt:i4>10</vt:i4>
  </property>
</Properties>
</file>